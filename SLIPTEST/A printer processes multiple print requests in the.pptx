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48F60-8E70-4FCF-B35C-7E995723470F}" v="1" dt="2026-10-22T03:37:45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 sri prasad reddy" userId="6d91bd4ec0eb3ae1" providerId="LiveId" clId="{687AA8AE-E4AA-46EA-8801-89210ED6F16B}"/>
    <pc:docChg chg="modSld">
      <pc:chgData name="Devi sri prasad reddy" userId="6d91bd4ec0eb3ae1" providerId="LiveId" clId="{687AA8AE-E4AA-46EA-8801-89210ED6F16B}" dt="2026-10-22T03:51:50.953" v="5" actId="1076"/>
      <pc:docMkLst>
        <pc:docMk/>
      </pc:docMkLst>
      <pc:sldChg chg="modSp mod">
        <pc:chgData name="Devi sri prasad reddy" userId="6d91bd4ec0eb3ae1" providerId="LiveId" clId="{687AA8AE-E4AA-46EA-8801-89210ED6F16B}" dt="2026-10-22T03:51:50.953" v="5" actId="1076"/>
        <pc:sldMkLst>
          <pc:docMk/>
          <pc:sldMk cId="2917223723" sldId="256"/>
        </pc:sldMkLst>
        <pc:spChg chg="mod">
          <ac:chgData name="Devi sri prasad reddy" userId="6d91bd4ec0eb3ae1" providerId="LiveId" clId="{687AA8AE-E4AA-46EA-8801-89210ED6F16B}" dt="2026-10-22T03:51:50.953" v="5" actId="1076"/>
          <ac:spMkLst>
            <pc:docMk/>
            <pc:sldMk cId="2917223723" sldId="256"/>
            <ac:spMk id="2" creationId="{5B68DCE8-6A18-061A-772E-88D3483950BD}"/>
          </ac:spMkLst>
        </pc:spChg>
      </pc:sldChg>
      <pc:sldChg chg="modSp mod">
        <pc:chgData name="Devi sri prasad reddy" userId="6d91bd4ec0eb3ae1" providerId="LiveId" clId="{687AA8AE-E4AA-46EA-8801-89210ED6F16B}" dt="2026-10-22T03:39:24.551" v="3" actId="5793"/>
        <pc:sldMkLst>
          <pc:docMk/>
          <pc:sldMk cId="1658823314" sldId="258"/>
        </pc:sldMkLst>
        <pc:spChg chg="mod">
          <ac:chgData name="Devi sri prasad reddy" userId="6d91bd4ec0eb3ae1" providerId="LiveId" clId="{687AA8AE-E4AA-46EA-8801-89210ED6F16B}" dt="2026-10-22T03:39:24.551" v="3" actId="5793"/>
          <ac:spMkLst>
            <pc:docMk/>
            <pc:sldMk cId="1658823314" sldId="258"/>
            <ac:spMk id="3" creationId="{C3E2ED7A-2AD0-FFC2-5EC4-E400436D3F05}"/>
          </ac:spMkLst>
        </pc:spChg>
      </pc:sldChg>
      <pc:sldChg chg="modSp mod">
        <pc:chgData name="Devi sri prasad reddy" userId="6d91bd4ec0eb3ae1" providerId="LiveId" clId="{687AA8AE-E4AA-46EA-8801-89210ED6F16B}" dt="2026-10-22T03:41:41.164" v="4" actId="5793"/>
        <pc:sldMkLst>
          <pc:docMk/>
          <pc:sldMk cId="1698072341" sldId="261"/>
        </pc:sldMkLst>
        <pc:spChg chg="mod">
          <ac:chgData name="Devi sri prasad reddy" userId="6d91bd4ec0eb3ae1" providerId="LiveId" clId="{687AA8AE-E4AA-46EA-8801-89210ED6F16B}" dt="2026-10-22T03:41:41.164" v="4" actId="5793"/>
          <ac:spMkLst>
            <pc:docMk/>
            <pc:sldMk cId="1698072341" sldId="261"/>
            <ac:spMk id="3" creationId="{212DC6C0-D20B-1BEE-5E12-3E60A043DC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C6C1-4C75-B464-7830-9C1F32ABE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57E88-CB87-D516-77DC-1DE3C9C34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A22B1-2D56-FA52-ACDB-DF442F56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47B9-6F27-CFE3-17C1-B1EEEE8D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538C3-D935-9CE7-9B0A-8BA28B14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16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1F84-970C-563A-E02E-E721B6A5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4F97-6EFF-C813-0B64-0CDC733E2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EC4B7-1B76-64B2-4353-4D7B9A33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3CFAD-AB92-734F-0182-E5D98195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59C4-5ED9-3AA0-3B12-59B6E76F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86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9F75-9730-F4C5-E764-120F53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C74D5-BD30-7161-047C-C53A011A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EE10-95DF-5291-F4A2-D4FC1517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F967-9C71-0A3D-DA33-384FBE312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6E09B-3BBC-5FFC-82C8-8459BADC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91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81B5B-5A50-CF8D-8386-E04A5A65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F8F3-C5D7-987F-6FE0-582D0B793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AC0D3-7175-EC0A-DF65-4A1214E98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9A4C-75E7-C75E-6797-F3F6A3CE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FD8C8-DAFB-126D-3E83-F6F56583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BA442-57AD-D18B-212F-E77B4ED3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76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7F51-4D12-3AD9-2B94-2359BF717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0ADA9-A5CE-CF8F-CF07-1AC7EFB72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88162-26FC-5685-965D-D486C8F02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859B93-BA5C-722A-C8EC-BA2C350B5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1BC38-DF6E-4354-C4A2-7CDA9081B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265F7-680D-E33E-99D3-A527351D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2C847-4E48-4063-BB90-C9034314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F9862-7FDF-FA5E-4C3D-11E1D5D1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5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F7F2-BAF9-5278-3C35-399B56C9D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9350D-B3E5-BE66-F072-C9E9C673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C57FB-797F-1D76-1E6F-45D25CBB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39858-135F-6C9C-E68F-9D2BD3EF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107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EA193-C409-D27F-982B-396DDF90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3464D-A88D-E880-FC9D-4B93CE6D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78F90-A4C4-C1DF-63BB-B009DAA1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2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8831-4486-1DC3-DBBA-CAC98D890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D651A-839D-B063-DFAD-B318B6840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D5389-DA25-292C-5DBA-C6DA0C406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69675-293C-9E3B-6359-9DF0D44A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7A5D0-87A8-22FD-01B5-74C514FB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BC819-4A1A-F77D-CEB2-4B31CB66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55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27D8-519B-1D72-7831-B79D7B50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171CF-416D-C1A1-11DD-B57856EC71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AC2AB-9668-3869-5ABD-ACA25C052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80C61-20C5-975B-693C-B0AE9F0CE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D87E1-5BD9-10CC-51F0-4B3608C2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A3CF7-3686-AABE-70D5-753F064F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73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1576-E43E-119B-CD04-BCA50247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9AD0C-C138-C69D-0B90-E353EDBCF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50191-6CCF-780D-71F4-436E306D1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28BC9-A0E9-ED87-023B-BC6FC55A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9AA0-3F2B-AB80-DE93-080239A0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7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B31F0-0180-1600-5DBE-487FE4616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4639E-9FAA-75B6-6B5C-BFEC053A2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F9B66-303F-27CD-D8F4-C6CC3650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6698C-372D-890B-9BBA-C35B0B09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641CF-C330-0C59-C71C-DC487905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168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52DBD-8D58-7DA2-274B-EB072437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BFF4-7D61-2CB4-C3C7-ACC31F7D6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25626-9AC3-9DF6-FF8F-5D6DBD3069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B2EA1-667F-4F9D-9790-4F584C8A57A3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0FE5A-AE56-43A5-F85D-8169E3AF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F4FF3-7492-7A59-F2D3-9B61C1963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F6C84-90E4-48B3-A8C9-F4B60510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758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DCE8-6A18-061A-772E-88D348395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908" y="-280107"/>
            <a:ext cx="11539728" cy="324612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in Printer Management</a:t>
            </a:r>
            <a:r>
              <a:rPr lang="en-IN" sz="4000" dirty="0">
                <a:latin typeface="Times New Roman" panose="02020603050405020304" pitchFamily="18" charset="0"/>
                <a:ea typeface="STXinwei" panose="020108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97F5C-9649-6F88-0EFE-DCD2530BE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443984"/>
            <a:ext cx="11018520" cy="2331720"/>
          </a:xfrm>
        </p:spPr>
        <p:txBody>
          <a:bodyPr/>
          <a:lstStyle/>
          <a:p>
            <a:r>
              <a:rPr lang="en-US" dirty="0"/>
              <a:t>	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CSA0318-DATA STRUCTURE	</a:t>
            </a:r>
            <a:r>
              <a:rPr lang="en-US" dirty="0"/>
              <a:t>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						  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                                                                     Presented By:</a:t>
            </a:r>
          </a:p>
          <a:p>
            <a:r>
              <a:rPr lang="en-US" dirty="0"/>
              <a:t>          </a:t>
            </a:r>
            <a:r>
              <a:rPr lang="en-US" dirty="0" err="1"/>
              <a:t>Dr.Karthika</a:t>
            </a:r>
            <a:r>
              <a:rPr lang="en-US" dirty="0"/>
              <a:t>				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M.Devi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 Prasad Reddy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2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8E1B-C759-BCA3-A999-4A9F2CFB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INTODUCTION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A37B9-03B4-5536-EBB7-A48E34849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5017"/>
            <a:ext cx="10515600" cy="4081945"/>
          </a:xfrm>
        </p:spPr>
        <p:txBody>
          <a:bodyPr/>
          <a:lstStyle/>
          <a:p>
            <a:pPr lvl="0"/>
            <a:r>
              <a:rPr lang="en-IN" dirty="0"/>
              <a:t>Data structures organize and store data efficiently.</a:t>
            </a:r>
          </a:p>
          <a:p>
            <a:pPr lvl="0"/>
            <a:r>
              <a:rPr lang="en-IN" dirty="0"/>
              <a:t>Different applications require different data structures.</a:t>
            </a:r>
          </a:p>
          <a:p>
            <a:pPr lvl="0"/>
            <a:r>
              <a:rPr lang="en-IN" dirty="0"/>
              <a:t>A printer processes multiple print requests.</a:t>
            </a:r>
          </a:p>
          <a:p>
            <a:pPr lvl="0"/>
            <a:r>
              <a:rPr lang="en-IN" dirty="0"/>
              <a:t>A spell-checker searches for words in a dictionary.</a:t>
            </a:r>
          </a:p>
          <a:p>
            <a:pPr lvl="0"/>
            <a:r>
              <a:rPr lang="en-IN" dirty="0"/>
              <a:t>We select suitable data structures based on application needs.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2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3B6B-1947-2BBB-F60A-04D85167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Printer Requests – Queue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ED7A-2AD0-FFC2-5EC4-E400436D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9271"/>
            <a:ext cx="10515600" cy="4197692"/>
          </a:xfrm>
        </p:spPr>
        <p:txBody>
          <a:bodyPr/>
          <a:lstStyle/>
          <a:p>
            <a:pPr lvl="0"/>
            <a:r>
              <a:rPr lang="en-IN" dirty="0"/>
              <a:t>A queue is the suitable data structure for printer requests.</a:t>
            </a:r>
          </a:p>
          <a:p>
            <a:pPr lvl="0"/>
            <a:r>
              <a:rPr lang="en-IN" dirty="0"/>
              <a:t>It follows the FIFO (First In, First Out) principle.</a:t>
            </a:r>
          </a:p>
          <a:p>
            <a:pPr lvl="0"/>
            <a:r>
              <a:rPr lang="en-IN" dirty="0"/>
              <a:t>New print requests are added at the rear.</a:t>
            </a:r>
          </a:p>
          <a:p>
            <a:pPr lvl="0"/>
            <a:r>
              <a:rPr lang="en-IN" dirty="0"/>
              <a:t>Print requests are removed from the front.</a:t>
            </a:r>
          </a:p>
          <a:p>
            <a:pPr lvl="0"/>
            <a:r>
              <a:rPr lang="en-IN" dirty="0"/>
              <a:t>A queue ensures print jobs are processed in arrival order.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82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24C9-0004-8C2F-948D-0CCA8001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Example of a Printer Queue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5E88-371D-7490-4CC5-98780005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1867"/>
            <a:ext cx="10515600" cy="4105095"/>
          </a:xfrm>
        </p:spPr>
        <p:txBody>
          <a:bodyPr/>
          <a:lstStyle/>
          <a:p>
            <a:pPr lvl="0"/>
            <a:r>
              <a:rPr lang="en-IN" dirty="0"/>
              <a:t>Three print requests arrive: Document A, Document B, and Document C.</a:t>
            </a:r>
          </a:p>
          <a:p>
            <a:pPr lvl="0"/>
            <a:r>
              <a:rPr lang="en-IN" dirty="0"/>
              <a:t>All requests are stored in a queue.</a:t>
            </a:r>
          </a:p>
          <a:p>
            <a:pPr lvl="0"/>
            <a:r>
              <a:rPr lang="en-IN" dirty="0"/>
              <a:t>Document A is printed first.</a:t>
            </a:r>
          </a:p>
          <a:p>
            <a:pPr lvl="0"/>
            <a:r>
              <a:rPr lang="en-IN" dirty="0"/>
              <a:t>Document B is printed second, followed by Document C.</a:t>
            </a:r>
          </a:p>
          <a:p>
            <a:pPr lvl="0"/>
            <a:r>
              <a:rPr lang="en-IN" dirty="0"/>
              <a:t>The queue maintains the correct order of printing.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54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79B7-F950-6448-9E9B-3D85AF04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641"/>
            <a:ext cx="10515600" cy="429047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Comparison of Queue and Hash Table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312E1-B686-2D35-CEEF-4FF69DEEF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3443"/>
            <a:ext cx="10515600" cy="4093520"/>
          </a:xfrm>
        </p:spPr>
        <p:txBody>
          <a:bodyPr/>
          <a:lstStyle/>
          <a:p>
            <a:pPr lvl="0"/>
            <a:r>
              <a:rPr lang="en-IN" dirty="0"/>
              <a:t>A queue is used for processing data in arrival order.</a:t>
            </a:r>
          </a:p>
          <a:p>
            <a:pPr lvl="0"/>
            <a:r>
              <a:rPr lang="en-IN" dirty="0"/>
              <a:t>A hash table is used for fast data searching.</a:t>
            </a:r>
          </a:p>
          <a:p>
            <a:pPr lvl="0"/>
            <a:r>
              <a:rPr lang="en-IN" dirty="0"/>
              <a:t>Queue follows the FIFO principle.</a:t>
            </a:r>
          </a:p>
          <a:p>
            <a:pPr lvl="0"/>
            <a:r>
              <a:rPr lang="en-IN" dirty="0"/>
              <a:t>Hash table uses a hash function to locate data.</a:t>
            </a:r>
          </a:p>
          <a:p>
            <a:pPr lvl="0"/>
            <a:r>
              <a:rPr lang="en-IN" dirty="0"/>
              <a:t>Both improve efficiency when used for suitable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08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BB62-71AC-4AA3-1259-DBE6A504F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4000" b="1" dirty="0"/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C6C0-D20B-1BEE-5E12-3E60A043D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8167"/>
            <a:ext cx="10515600" cy="4058796"/>
          </a:xfrm>
        </p:spPr>
        <p:txBody>
          <a:bodyPr/>
          <a:lstStyle/>
          <a:p>
            <a:pPr lvl="0"/>
            <a:r>
              <a:rPr lang="en-IN" dirty="0"/>
              <a:t>A queue is best suited for printer requests.</a:t>
            </a:r>
          </a:p>
          <a:p>
            <a:pPr lvl="0"/>
            <a:r>
              <a:rPr lang="en-IN" dirty="0"/>
              <a:t>It processes print jobs in the order received.</a:t>
            </a:r>
          </a:p>
          <a:p>
            <a:pPr lvl="0"/>
            <a:r>
              <a:rPr lang="en-IN" dirty="0"/>
              <a:t>A hash table is suitable for spell-checking applications.</a:t>
            </a:r>
          </a:p>
          <a:p>
            <a:pPr lvl="0"/>
            <a:r>
              <a:rPr lang="en-IN" dirty="0"/>
              <a:t>It provides fast average search performance.</a:t>
            </a:r>
          </a:p>
          <a:p>
            <a:pPr lvl="0"/>
            <a:r>
              <a:rPr lang="en-IN" dirty="0"/>
              <a:t>Choosing the right data structure improves application efficiency.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07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C94585-029D-C4C5-0816-64F215EDA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674" y="787080"/>
            <a:ext cx="8102278" cy="571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40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314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Queue in Printer Management.</vt:lpstr>
      <vt:lpstr>    INTODUCTION</vt:lpstr>
      <vt:lpstr>   Printer Requests – Queue </vt:lpstr>
      <vt:lpstr>   Example of a Printer Queue </vt:lpstr>
      <vt:lpstr>  Comparison of Queue and Hash Table  </vt:lpstr>
      <vt:lpstr>   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 sri prasad reddy</dc:creator>
  <cp:lastModifiedBy>Devi sri prasad reddy</cp:lastModifiedBy>
  <cp:revision>1</cp:revision>
  <dcterms:created xsi:type="dcterms:W3CDTF">2026-10-22T03:36:26Z</dcterms:created>
  <dcterms:modified xsi:type="dcterms:W3CDTF">2026-10-22T03:52:01Z</dcterms:modified>
</cp:coreProperties>
</file>